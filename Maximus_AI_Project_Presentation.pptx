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640080"/>
            <a:ext cx="2286000" cy="2286000"/>
          </a:xfrm>
          <a:prstGeom prst="ellipse">
            <a:avLst/>
          </a:prstGeom>
          <a:solidFill>
            <a:srgbClr val="142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103120"/>
            <a:ext cx="1371600" cy="1371600"/>
          </a:xfrm>
          <a:prstGeom prst="ellipse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2743200"/>
            <a:ext cx="777240" cy="777240"/>
          </a:xfrm>
          <a:prstGeom prst="ellipse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7498079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MAXIMUS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FFCC4B"/>
                </a:solidFill>
                <a:latin typeface="Aptos"/>
              </a:defRPr>
            </a:pPr>
            <a:r>
              <a:t>AI-Powered Productivity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66751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0">
                <a:solidFill>
                  <a:srgbClr val="E6EDFF"/>
                </a:solidFill>
                <a:latin typeface="Aptos"/>
              </a:defRPr>
            </a:pPr>
            <a:r>
              <a:t>A portfolio project showcasing practical AI skills,</a:t>
            </a:r>
            <a:br/>
            <a:r>
              <a:t>prompt engineering, and responsible AI 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297680"/>
            <a:ext cx="1143000" cy="64008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5943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BECDFF"/>
                </a:solidFill>
                <a:latin typeface="Aptos"/>
              </a:defRPr>
            </a:pPr>
            <a:r>
              <a:t>PROJECT PRESENTATION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7863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Work smarter. Plan clearly. Communicate confidently.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0704"/>
            <a:ext cx="1051560" cy="54864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ECDFF"/>
                </a:solidFill>
                <a:latin typeface="Aptos"/>
              </a:defRPr>
            </a:pPr>
            <a:r>
              <a:t>Everyday work can become harder when information and tasks are scattered.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ECD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520440" cy="32004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64008" cy="29260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84832"/>
            <a:ext cx="3154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Too much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3154680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Long notes, articles, and reports take time to read and turn into clear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520440" cy="32004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057400"/>
            <a:ext cx="64008" cy="2926080"/>
          </a:xfrm>
          <a:prstGeom prst="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84832"/>
            <a:ext cx="3154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Time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578608"/>
            <a:ext cx="3154680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Planning priorities and deadlines can feel overwhelming without a clear 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20240"/>
            <a:ext cx="3520440" cy="32004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057400"/>
            <a:ext cx="64008" cy="29260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2084832"/>
            <a:ext cx="3154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Communication 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578608"/>
            <a:ext cx="3154680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Writing the right message for different audiences and situations can take repeated revisions.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23560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Opportunity: use AI as a practical assistant—not as a replacement for human judgement.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The Solution: Maximus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0704"/>
            <a:ext cx="1051560" cy="54864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ECDFF"/>
                </a:solidFill>
                <a:latin typeface="Aptos"/>
              </a:defRPr>
            </a:pPr>
            <a:r>
              <a:t>One interactive prototype with four productivity tools in a single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ECD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Maximus AI helps users turn rough inputs into structured, useful first drafts.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1014984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6EDFF"/>
                </a:solidFill>
                <a:latin typeface="Aptos"/>
              </a:defRPr>
            </a:pPr>
            <a:r>
              <a:t>•  Generate professional emails tailored to context, tone, and audience.</a:t>
            </a:r>
          </a:p>
          <a:p>
            <a:pPr>
              <a:spcAft>
                <a:spcPts val="1200"/>
              </a:spcAft>
              <a:defRPr sz="1900">
                <a:solidFill>
                  <a:srgbClr val="E6EDFF"/>
                </a:solidFill>
                <a:latin typeface="Aptos"/>
              </a:defRPr>
            </a:pPr>
            <a:r>
              <a:t>•  Summarize meeting notes into key points, decisions, and action items.</a:t>
            </a:r>
          </a:p>
          <a:p>
            <a:pPr>
              <a:spcAft>
                <a:spcPts val="1200"/>
              </a:spcAft>
              <a:defRPr sz="1900">
                <a:solidFill>
                  <a:srgbClr val="E6EDFF"/>
                </a:solidFill>
                <a:latin typeface="Aptos"/>
              </a:defRPr>
            </a:pPr>
            <a:r>
              <a:t>•  Organize tasks by urgency and importance to support daily planning.</a:t>
            </a:r>
          </a:p>
          <a:p>
            <a:pPr>
              <a:spcAft>
                <a:spcPts val="1200"/>
              </a:spcAft>
              <a:defRPr sz="1900">
                <a:solidFill>
                  <a:srgbClr val="E6EDFF"/>
                </a:solidFill>
                <a:latin typeface="Aptos"/>
              </a:defRPr>
            </a:pPr>
            <a:r>
              <a:t>•  Simplify research into key insights and practical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71500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FFCC4B"/>
                </a:solidFill>
                <a:latin typeface="Aptos"/>
              </a:defRPr>
            </a:pPr>
            <a:r>
              <a:t>Design direction: clean interface with a royal-blue visual identity.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Feature 1 — Smart Email Generator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0704"/>
            <a:ext cx="1051560" cy="54864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ECDFF"/>
                </a:solidFill>
                <a:latin typeface="Aptos"/>
              </a:defRPr>
            </a:pPr>
            <a:r>
              <a:t>Create a useful first draft faster, then review and personalize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ECD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79"/>
            <a:ext cx="64008" cy="31546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Context-based 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Uses the purpose, recipient, and key details provided by the 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011679"/>
            <a:ext cx="64008" cy="3154680"/>
          </a:xfrm>
          <a:prstGeom prst="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Tone variations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Supports formal, informal, and persuasive styles.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79"/>
            <a:ext cx="64008" cy="31546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Audience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Adapts wording for clients, managers, or team members.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Example prompt ingredients: recipient + goal + context + tone + required details.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Feature 2 — Meeting Notes Summarizer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0704"/>
            <a:ext cx="1051560" cy="54864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ECDFF"/>
                </a:solidFill>
                <a:latin typeface="Aptos"/>
              </a:defRPr>
            </a:pPr>
            <a:r>
              <a:t>Turn unstructured notes into a concise record of what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ECD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79"/>
            <a:ext cx="64008" cy="31546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Extracts the main discussion themes and important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011679"/>
            <a:ext cx="64008" cy="3154680"/>
          </a:xfrm>
          <a:prstGeom prst="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Separates agreed outcomes from general discussion.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79"/>
            <a:ext cx="64008" cy="31546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Action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Highlights tasks, owners, and deadlines when those details are supplied.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Responsible use: check the summary against the original notes before sharing.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Feature 3 — AI Task Planner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0704"/>
            <a:ext cx="1051560" cy="54864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ECDFF"/>
                </a:solidFill>
                <a:latin typeface="Aptos"/>
              </a:defRPr>
            </a:pPr>
            <a:r>
              <a:t>Make a realistic plan from a list of tasks and deadlines.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ECD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79"/>
            <a:ext cx="64008" cy="31546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Sort tasks using urgency, importance, and due 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011679"/>
            <a:ext cx="64008" cy="3154680"/>
          </a:xfrm>
          <a:prstGeom prst="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Structure the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Create a clear daily or weekly plan with manageable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79"/>
            <a:ext cx="64008" cy="31546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Protect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Suggest time blocks and practical ways to reduce task switching.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The user remains in control and can adjust the schedule to real-life needs.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Feature 4 — Research Assistant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0704"/>
            <a:ext cx="1051560" cy="54864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ECDFF"/>
                </a:solidFill>
                <a:latin typeface="Aptos"/>
              </a:defRPr>
            </a:pPr>
            <a:r>
              <a:t>Make complex information easier to understand and act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ECD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79"/>
            <a:ext cx="64008" cy="31546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Summarize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Condense articles, reports, or topics into clear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011679"/>
            <a:ext cx="64008" cy="3154680"/>
          </a:xfrm>
          <a:prstGeom prst="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Find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Surface main ideas, patterns, and useful takeaways.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79"/>
            <a:ext cx="64008" cy="31546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Support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Offer recommendations while making uncertainty visible.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Best practice: verify important claims using reliable original 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Prompt Engineering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0704"/>
            <a:ext cx="1051560" cy="54864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ECDFF"/>
                </a:solidFill>
                <a:latin typeface="Aptos"/>
              </a:defRPr>
            </a:pPr>
            <a:r>
              <a:t>Clear instructions help the assistant produce more relevant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ECD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606040" cy="242316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64008" cy="214884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221992"/>
            <a:ext cx="2240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1.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15768"/>
            <a:ext cx="2240280" cy="1645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6EDFF"/>
                </a:solidFill>
                <a:latin typeface="Aptos"/>
              </a:defRPr>
            </a:pPr>
            <a:r>
              <a:t>Explain the situation and goal.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0168" y="2057400"/>
            <a:ext cx="2606040" cy="242316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30168" y="2194560"/>
            <a:ext cx="64008" cy="2148840"/>
          </a:xfrm>
          <a:prstGeom prst="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31336" y="2221992"/>
            <a:ext cx="2240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2.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1336" y="2715768"/>
            <a:ext cx="2240280" cy="1645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6EDFF"/>
                </a:solidFill>
                <a:latin typeface="Aptos"/>
              </a:defRPr>
            </a:pPr>
            <a:r>
              <a:t>Provide relevant notes, tasks, or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3096" y="2057400"/>
            <a:ext cx="2606040" cy="242316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83096" y="2194560"/>
            <a:ext cx="64008" cy="214884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2221992"/>
            <a:ext cx="2240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3.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4264" y="2715768"/>
            <a:ext cx="2240280" cy="1645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6EDFF"/>
                </a:solidFill>
                <a:latin typeface="Aptos"/>
              </a:defRPr>
            </a:pPr>
            <a:r>
              <a:t>Specify tone, format, length, and priorities.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6024" y="2057400"/>
            <a:ext cx="2606040" cy="242316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36024" y="2194560"/>
            <a:ext cx="64008" cy="2148840"/>
          </a:xfrm>
          <a:prstGeom prst="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2221992"/>
            <a:ext cx="2240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4.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2715768"/>
            <a:ext cx="2240280" cy="1645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6EDFF"/>
                </a:solidFill>
                <a:latin typeface="Aptos"/>
              </a:defRPr>
            </a:pPr>
            <a:r>
              <a:t>Check accuracy, edit, and decide what to 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83480"/>
            <a:ext cx="104241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Example: “Summarize these meeting notes into decisions, action items, owners, and deadlines. Do not invent missing details; mark anything unclear.”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89320"/>
            <a:ext cx="10424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FCC4B"/>
                </a:solidFill>
                <a:latin typeface="Aptos"/>
              </a:defRPr>
            </a:pPr>
            <a:r>
              <a:t>Iterate: review the result and refine the prompt when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Responsible AI by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0704"/>
            <a:ext cx="1051560" cy="54864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ECDFF"/>
                </a:solidFill>
                <a:latin typeface="Aptos"/>
              </a:defRPr>
            </a:pPr>
            <a:r>
              <a:t>AI output is useful only when it is handled thoughtfully.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ECD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79"/>
            <a:ext cx="64008" cy="31546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Treat generated content as a draft. Verify facts and make the final decision yourself.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011679"/>
            <a:ext cx="64008" cy="3154680"/>
          </a:xfrm>
          <a:prstGeom prst="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Avoid entering confidential, personal, or sensitive information unnecessarily.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79"/>
            <a:ext cx="64008" cy="31546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Acknowledge uncertainty and confirm key information with trusted sources.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Responsible principle: assist people, preserve their agency, and avoid fabricated details.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Prototype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0704"/>
            <a:ext cx="1051560" cy="54864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ECDFF"/>
                </a:solidFill>
                <a:latin typeface="Aptos"/>
              </a:defRPr>
            </a:pPr>
            <a:r>
              <a:t>The test results reported for the current prototype were all marked as passing.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ECD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287000" cy="530352"/>
          </a:xfrm>
          <a:prstGeom prst="roundRect">
            <a:avLst/>
          </a:prstGeom>
          <a:solidFill>
            <a:srgbClr val="0A164E"/>
          </a:solidFill>
          <a:ln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20240"/>
            <a:ext cx="79552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Dashboard &amp;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1920240"/>
            <a:ext cx="10058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500" b="1">
                <a:solidFill>
                  <a:srgbClr val="FFCC4B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42032"/>
            <a:ext cx="10287000" cy="530352"/>
          </a:xfrm>
          <a:prstGeom prst="roundRect">
            <a:avLst/>
          </a:prstGeom>
          <a:solidFill>
            <a:srgbClr val="0A164E"/>
          </a:solidFill>
          <a:ln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633472"/>
            <a:ext cx="79552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Smart Email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633472"/>
            <a:ext cx="10058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500" b="1">
                <a:solidFill>
                  <a:srgbClr val="FFCC4B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55264"/>
            <a:ext cx="10287000" cy="530352"/>
          </a:xfrm>
          <a:prstGeom prst="roundRect">
            <a:avLst/>
          </a:prstGeom>
          <a:solidFill>
            <a:srgbClr val="0A164E"/>
          </a:solidFill>
          <a:ln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346704"/>
            <a:ext cx="79552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Meeting Notes Summarizer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3346704"/>
            <a:ext cx="10058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500" b="1">
                <a:solidFill>
                  <a:srgbClr val="FFCC4B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68496"/>
            <a:ext cx="10287000" cy="530352"/>
          </a:xfrm>
          <a:prstGeom prst="roundRect">
            <a:avLst/>
          </a:prstGeom>
          <a:solidFill>
            <a:srgbClr val="0A164E"/>
          </a:solidFill>
          <a:ln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059935"/>
            <a:ext cx="79552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Task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4059935"/>
            <a:ext cx="10058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500" b="1">
                <a:solidFill>
                  <a:srgbClr val="FFCC4B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81728"/>
            <a:ext cx="10287000" cy="530352"/>
          </a:xfrm>
          <a:prstGeom prst="roundRect">
            <a:avLst/>
          </a:prstGeom>
          <a:solidFill>
            <a:srgbClr val="0A164E"/>
          </a:solidFill>
          <a:ln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773168"/>
            <a:ext cx="79552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Research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773168"/>
            <a:ext cx="10058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500" b="1">
                <a:solidFill>
                  <a:srgbClr val="FFCC4B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806440"/>
            <a:ext cx="10241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6EDFF"/>
                </a:solidFill>
                <a:latin typeface="Aptos"/>
              </a:defRPr>
            </a:pPr>
            <a:r>
              <a:t>Next: test edge cases, long inputs, empty fields, and accessibility; record any issues found.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Value &amp; 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0704"/>
            <a:ext cx="1051560" cy="54864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ECDFF"/>
                </a:solidFill>
                <a:latin typeface="Aptos"/>
              </a:defRPr>
            </a:pPr>
            <a:r>
              <a:t>A practical foundation for demonstrating AI productivity skills.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ECD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79"/>
            <a:ext cx="64008" cy="31546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Value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One place to draft, summarize, plan, and research—helping users start faster.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011679"/>
            <a:ext cx="64008" cy="3154680"/>
          </a:xfrm>
          <a:prstGeom prst="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Potential 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Save/export results, add example prompts, improve input validation, and refine mobile layout.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383280" cy="3429000"/>
          </a:xfrm>
          <a:prstGeom prst="roundRect">
            <a:avLst/>
          </a:prstGeom>
          <a:solidFill>
            <a:srgbClr val="0A164E"/>
          </a:solidFill>
          <a:ln w="12700">
            <a:solidFill>
              <a:srgbClr val="5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79"/>
            <a:ext cx="64008" cy="3154680"/>
          </a:xfrm>
          <a:prstGeom prst="rect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CC4B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32887"/>
            <a:ext cx="301752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6EDFF"/>
                </a:solidFill>
                <a:latin typeface="Aptos"/>
              </a:defRPr>
            </a:pPr>
            <a:r>
              <a:t>Measure time saved, usefulness of outputs, user satisfaction, and correction rates.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Roadmap: test with realistic tasks → collect feedback → prioritize improvements → retest.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594360"/>
            <a:ext cx="2011680" cy="2011680"/>
          </a:xfrm>
          <a:prstGeom prst="ellipse">
            <a:avLst/>
          </a:prstGeom>
          <a:solidFill>
            <a:srgbClr val="142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2148840"/>
            <a:ext cx="1097280" cy="1097280"/>
          </a:xfrm>
          <a:prstGeom prst="ellipse">
            <a:avLst/>
          </a:prstGeom>
          <a:solidFill>
            <a:srgbClr val="FFC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2743200"/>
            <a:ext cx="731520" cy="731520"/>
          </a:xfrm>
          <a:prstGeom prst="ellipse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680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MAXIMUS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3152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400" b="1">
                <a:solidFill>
                  <a:srgbClr val="FFCC4B"/>
                </a:solidFill>
                <a:latin typeface="Aptos"/>
              </a:defRPr>
            </a:pPr>
            <a:r>
              <a:t>Smarter workflows start with clear prompts</a:t>
            </a:r>
            <a:br/>
            <a:r>
              <a:t>and responsible human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45720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8686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ECDFF"/>
                </a:solidFill>
                <a:latin typeface="Aptos"/>
              </a:defRPr>
            </a:pPr>
            <a:r>
              <a:t>AI-powered productivity assistant • Portfolio project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